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project, say this is an end-to-end pipeline from data collection to model serving. Mention your name, course, and date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matching audio to visuals matters for Shorts/Reels/TikTok-style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task as audio-visual retrieval. Emphasize shared embedding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high-level flow before diving into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API key usage and why filtering is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format constraint (bv+ba) that forces audio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outputs in data/processed/frames and data/processed/audio.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this file connects the pipeline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idea: higher engagement ? higher training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MFCCs are standard for speech/music tasks; mean pooling gives fixed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ResNet18 is used as a frozen feature extractor.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raw representations before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map both modalities into the same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similarity matrix and label matching by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the model learns with popularity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training epochs and saved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avoids recomputing features during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retrieval using cosine similarity.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choice for embedding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API endpoints and returned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 is lightweight for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Recall@K checks if true audio is in top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Don?t claim fixed numbers unless measured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realistic limitations of the baseline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this can be improved for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the core achievement.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if the professor asks for quick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Audio-Video Matcher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Deep Learning Lab Project</a:t>
            </a:r>
          </a:p>
          <a:p>
            <a:pPr/>
            <a:r>
              <a:t>Audio-Visual Retrieval with Joint Embeddings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Short-form video platforms reuse and match audio</a:t>
            </a:r>
          </a:p>
          <a:p>
            <a:pPr/>
            <a:r>
              <a:t>Automation helps recommendations and trends</a:t>
            </a:r>
          </a:p>
          <a:p>
            <a:pPr/>
            <a:r>
              <a:t>Goal: build a working AV retrieval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Input: a short video clip</a:t>
            </a:r>
          </a:p>
          <a:p>
            <a:pPr/>
            <a:r>
              <a:t>Output: top-k most relevant audio tracks</a:t>
            </a:r>
          </a:p>
          <a:p>
            <a:pPr/>
            <a:r>
              <a:t>Learn a shared embedding space for audio + video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Ingestion ? Processing ? Features</a:t>
            </a:r>
          </a:p>
          <a:p>
            <a:pPr/>
            <a:r>
              <a:t>Training ? Inference ? Serving</a:t>
            </a:r>
          </a:p>
          <a:p>
            <a:pPr/>
            <a:r>
              <a:t>Orchestrated by run_project.py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Ingestion (YouTube 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Fetch metadata via YouTube Data API</a:t>
            </a:r>
          </a:p>
          <a:p>
            <a:pPr/>
            <a:r>
              <a:t>Filter: public, processed, ?60s</a:t>
            </a:r>
          </a:p>
          <a:p>
            <a:pPr/>
            <a:r>
              <a:t>Output: shorts_metadata.json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Download (yt-dlp)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Downloads audio+video streams only</a:t>
            </a:r>
          </a:p>
          <a:p>
            <a:pPr/>
            <a:r>
              <a:t>Avoids silent videos</a:t>
            </a:r>
          </a:p>
          <a:p>
            <a:pPr/>
            <a:r>
              <a:t>Saved as MP4 in data/raw/videos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Extract frames at fixed FPS</a:t>
            </a:r>
          </a:p>
          <a:p>
            <a:pPr/>
            <a:r>
              <a:t>Extract audio as WAV 22.05 kHz mono</a:t>
            </a:r>
          </a:p>
          <a:p>
            <a:pPr/>
            <a:r>
              <a:t>Build a manifest for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Manifest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Central index: manifest.json</a:t>
            </a:r>
          </a:p>
          <a:p>
            <a:pPr/>
            <a:r>
              <a:t>Paths, frame count, engagement</a:t>
            </a:r>
          </a:p>
          <a:p>
            <a:pPr/>
            <a:r>
              <a:t>Used by feature extraction +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Weighted mix of views, likes, comments</a:t>
            </a:r>
          </a:p>
          <a:p>
            <a:pPr/>
            <a:r>
              <a:t>Acts as sample importance</a:t>
            </a:r>
          </a:p>
          <a:p>
            <a:pPr/>
            <a:r>
              <a:t>Stored per video in manifest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Audio Features (MFCC)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MFCC = Mel-Frequency Cepstral Coefficients</a:t>
            </a:r>
          </a:p>
          <a:p>
            <a:pPr/>
            <a:r>
              <a:t>Captures timbre/spectral shape</a:t>
            </a:r>
          </a:p>
          <a:p>
            <a:pPr/>
            <a:r>
              <a:t>40-dim mean-pooled vector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Features (ResNet18)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CNN pretrained on ImageNet</a:t>
            </a:r>
          </a:p>
          <a:p>
            <a:pPr/>
            <a:r>
              <a:t>Remove classifier ? 512D features</a:t>
            </a:r>
          </a:p>
          <a:p>
            <a:pPr/>
            <a:r>
              <a:t>Mean-pool across frames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Embedding = compact numeric representation</a:t>
            </a:r>
          </a:p>
          <a:p>
            <a:pPr/>
            <a:r>
              <a:t>Audio: 40D MFCC vector</a:t>
            </a:r>
          </a:p>
          <a:p>
            <a:pPr/>
            <a:r>
              <a:t>Video: 512D ResNet vector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Joint Embedding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Two MLP projection heads</a:t>
            </a:r>
          </a:p>
          <a:p>
            <a:pPr/>
            <a:r>
              <a:t>Video 512 ? 256, Audio 40 ? 256</a:t>
            </a:r>
          </a:p>
          <a:p>
            <a:pPr/>
            <a:r>
              <a:t>ReLU + LayerNorm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Contrastive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Push matched pairs closer</a:t>
            </a:r>
          </a:p>
          <a:p>
            <a:pPr/>
            <a:r>
              <a:t>Push mismatches farther</a:t>
            </a:r>
          </a:p>
          <a:p>
            <a:pPr/>
            <a:r>
              <a:t>InfoNCE-style cross-entropy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Engagement-Weighted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Loss multiplied by engagement</a:t>
            </a:r>
          </a:p>
          <a:p>
            <a:pPr/>
            <a:r>
              <a:t>Popular samples influence more</a:t>
            </a:r>
          </a:p>
          <a:p>
            <a:pPr/>
            <a:r>
              <a:t>Adds realism to 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PyTorch, batch size 16</a:t>
            </a:r>
          </a:p>
          <a:p>
            <a:pPr/>
            <a:r>
              <a:t>Adam optimizer, lr=1e-4</a:t>
            </a:r>
          </a:p>
          <a:p>
            <a:pPr/>
            <a:r>
              <a:t>Checkpoint: models/joint_model.pt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Loader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Loads precomputed embeddings</a:t>
            </a:r>
          </a:p>
          <a:p>
            <a:pPr/>
            <a:r>
              <a:t>Returns (video, audio, engagement)</a:t>
            </a:r>
          </a:p>
          <a:p>
            <a:pPr/>
            <a:r>
              <a:t>From data/processed/*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Embed query video</a:t>
            </a:r>
          </a:p>
          <a:p>
            <a:pPr/>
            <a:r>
              <a:t>Compare with all audio embeddings</a:t>
            </a:r>
          </a:p>
          <a:p>
            <a:pPr/>
            <a:r>
              <a:t>Return top-k by similarity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Cosine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Angle-based similarity metric</a:t>
            </a:r>
          </a:p>
          <a:p>
            <a:pPr/>
            <a:r>
              <a:t>Scale-invariant for embeddings</a:t>
            </a:r>
          </a:p>
          <a:p>
            <a:pPr/>
            <a:r>
              <a:t>Higher = more similar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POST /recommend: upload video</a:t>
            </a:r>
          </a:p>
          <a:p>
            <a:pPr/>
            <a:r>
              <a:t>Returns top-k audio IDs + scores</a:t>
            </a:r>
          </a:p>
          <a:p>
            <a:pPr/>
            <a:r>
              <a:t>GET /audio/{id}: serve WAV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Upload video</a:t>
            </a:r>
          </a:p>
          <a:p>
            <a:pPr/>
            <a:r>
              <a:t>Request recommendations</a:t>
            </a:r>
          </a:p>
          <a:p>
            <a:pPr/>
            <a:r>
              <a:t>Play returned audio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Recall@K</a:t>
            </a:r>
          </a:p>
          <a:p>
            <a:pPr/>
            <a:r>
              <a:t>Mean Rank</a:t>
            </a:r>
          </a:p>
          <a:p>
            <a:pPr/>
            <a:r>
              <a:t>Computed with retrieval_eval.py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Metrics depend on local dataset</a:t>
            </a:r>
          </a:p>
          <a:p>
            <a:pPr/>
            <a:r>
              <a:t>Qualitative top-k matches</a:t>
            </a:r>
          </a:p>
          <a:p>
            <a:pPr/>
            <a:r>
              <a:t>Demonstrate with a sample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MFCC ignores long-range audio structure</a:t>
            </a:r>
          </a:p>
          <a:p>
            <a:pPr/>
            <a:r>
              <a:t>ResNet ignores motion dynamics</a:t>
            </a:r>
          </a:p>
          <a:p>
            <a:pPr/>
            <a:r>
              <a:t>Engagement bias may skew results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Audio CNNs (e.g., VGGish)</a:t>
            </a:r>
          </a:p>
          <a:p>
            <a:pPr/>
            <a:r>
              <a:t>Video transformers / 3D CNNs</a:t>
            </a:r>
          </a:p>
          <a:p>
            <a:pPr/>
            <a:r>
              <a:t>Hard negative mining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Built an end-to-end AV retrieval system</a:t>
            </a:r>
          </a:p>
          <a:p>
            <a:pPr/>
            <a:r>
              <a:t>Learned joint embedding space</a:t>
            </a:r>
          </a:p>
          <a:p>
            <a:pPr/>
            <a:r>
              <a:t>Served results via API + UI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Glossary (Quick Terms)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MFCC: audio spectral features</a:t>
            </a:r>
          </a:p>
          <a:p>
            <a:pPr/>
            <a:r>
              <a:t>Embedding: numeric representation</a:t>
            </a:r>
          </a:p>
          <a:p>
            <a:pPr/>
            <a:r>
              <a:t>Contrastive loss: bring pairs closer</a:t>
            </a:r>
          </a:p>
          <a:p>
            <a:pPr/>
            <a:r>
              <a:t>Cosine similarity: angle-based metric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